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828800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6000" b="1">
                <a:solidFill>
                  <a:srgbClr val="FFFFFF"/>
                </a:solidFill>
              </a:defRPr>
            </a:pPr>
            <a:r>
              <a:t>PlaceTrack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14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600" b="0">
                <a:solidFill>
                  <a:srgbClr val="FFFFFF"/>
                </a:solidFill>
              </a:defRPr>
            </a:pPr>
            <a:r>
              <a:t>A job application tracker with a full DevOps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6576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200" b="0">
                <a:solidFill>
                  <a:srgbClr val="DEEAF6"/>
                </a:solidFill>
              </a:defRPr>
            </a:pPr>
            <a:r>
              <a:t>DevOps Final Project</a:t>
            </a:r>
          </a:p>
          <a:p>
            <a:pPr algn="l">
              <a:spcAft>
                <a:spcPts val="800"/>
              </a:spcAft>
              <a:defRPr sz="2200" b="0">
                <a:solidFill>
                  <a:srgbClr val="DEEAF6"/>
                </a:solidFill>
              </a:defRPr>
            </a:pPr>
            <a:r>
              <a:t>Shreyash Kawde  |  24BCS10253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521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DEEAF6"/>
                </a:solidFill>
              </a:defRPr>
            </a:pPr>
            <a:r>
              <a:t>github.com/Shreyash-Beyond-Journeys-End/Devops_Final_Project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Why I made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65836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262626"/>
                </a:solidFill>
              </a:defRPr>
            </a:pPr>
            <a:r>
              <a:t>•  During placements I applied to many companies and lost track in an Excel sheet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262626"/>
                </a:solidFill>
              </a:defRPr>
            </a:pPr>
            <a:r>
              <a:t>•  PlaceTrack: add company + role, then move it through applied -&gt; interview -&gt; offer / rejected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262626"/>
                </a:solidFill>
              </a:defRPr>
            </a:pPr>
            <a:r>
              <a:t>•  Counts at the top and filter by status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262626"/>
                </a:solidFill>
              </a:defRPr>
            </a:pPr>
            <a:r>
              <a:t>•  App is kept small on purpose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262626"/>
                </a:solidFill>
              </a:defRPr>
            </a:pPr>
            <a:r>
              <a:t>•  Main focus = the DevOps part: test, containerise, automate, secure, deploy and monitor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1463040"/>
            <a:ext cx="4206240" cy="4206240"/>
          </a:xfrm>
          <a:prstGeom prst="round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1691640"/>
            <a:ext cx="3657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Stack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React + nginx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FastAPI + PostgreSQL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pytest, Docker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GitHub Actions + GHCR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Trivy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Terraform + AWS EKS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minikube + Helm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1F4E79"/>
                </a:solidFill>
              </a:defRPr>
            </a:pPr>
            <a:r>
              <a:t>Prometheus + Grafana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How everything connects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1600200" cy="11887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git push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main branch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03120" y="2103120"/>
            <a:ext cx="256032" cy="27432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04872" y="1645920"/>
            <a:ext cx="1600200" cy="11887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Tests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pytest + npm build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50792" y="2103120"/>
            <a:ext cx="256032" cy="27432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2544" y="1645920"/>
            <a:ext cx="1600200" cy="11887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Docker build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backend + frontend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98464" y="2103120"/>
            <a:ext cx="256032" cy="27432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00216" y="1645920"/>
            <a:ext cx="1600200" cy="11887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Trivy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HIGH/CRITICAL gate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946136" y="2103120"/>
            <a:ext cx="256032" cy="27432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47888" y="1645920"/>
            <a:ext cx="1600200" cy="11887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GHCR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tag = commit SHA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893808" y="2103120"/>
            <a:ext cx="256032" cy="274320"/>
          </a:xfrm>
          <a:prstGeom prst="right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195560" y="1645920"/>
            <a:ext cx="1600200" cy="118872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FFFFF"/>
                </a:solidFill>
              </a:defRPr>
            </a:pPr>
            <a:r>
              <a:t>Helm deploy</a:t>
            </a:r>
          </a:p>
          <a:p>
            <a:pPr algn="ctr">
              <a:defRPr sz="1200">
                <a:solidFill>
                  <a:srgbClr val="FFFFFF"/>
                </a:solidFill>
              </a:defRPr>
            </a:pPr>
            <a:r>
              <a:t>minikube on laptop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3566160"/>
            <a:ext cx="3840480" cy="1005840"/>
          </a:xfrm>
          <a:prstGeom prst="round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500">
                <a:solidFill>
                  <a:srgbClr val="1F4E79"/>
                </a:solidFill>
              </a:defRPr>
            </a:pPr>
            <a:r>
              <a:t>Prometheus scrapes /metrics -&gt; Grafana dashboard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555480" y="2880360"/>
            <a:ext cx="274320" cy="64008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57200" y="3566160"/>
            <a:ext cx="4206240" cy="1005840"/>
          </a:xfrm>
          <a:prstGeom prst="roundRect">
            <a:avLst/>
          </a:prstGeom>
          <a:solidFill>
            <a:srgbClr val="DEE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500">
                <a:solidFill>
                  <a:srgbClr val="1F4E79"/>
                </a:solidFill>
              </a:defRPr>
            </a:pPr>
            <a:r>
              <a:t>Terraform (separate) -&gt; VPC + EKS cluster on AWS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If a test fails or Trivy finds a fixable HIGH/CRITICAL CVE, the pipeline stops and nothing is pushed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Every image has the commit SHA as tag, so I know exactly which code is running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The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FastAPI backend with full CRUD on /api/jobs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GET, POST, PUT, DELETE + stats, health, ready, metrics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PostgreSQL table made by an Alembic migration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Input checked by Pydantic (422 if wrong)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React frontend calls the API with fetch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Works on mobile width too</a:t>
            </a:r>
          </a:p>
        </p:txBody>
      </p:sp>
      <p:pic>
        <p:nvPicPr>
          <p:cNvPr id="8" name="Picture 7" descr="01-app-com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7132320" cy="401193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66344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Running with docker compose at localhost:3000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Testing with pytest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16 test cases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Covers every endpoint incl. 404 and 422 cases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Uses in-memory SQLite, not the real DB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conftest.py swaps get_db for each test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/ready gives 503 when DB is down (tested)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Runs first in the pipeline</a:t>
            </a:r>
          </a:p>
        </p:txBody>
      </p:sp>
      <p:pic>
        <p:nvPicPr>
          <p:cNvPr id="8" name="Picture 7" descr="02-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7132320" cy="308324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66344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pytest -v : 16 passed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Git and GitHub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Public repo on GitHub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Small commits, one feature each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Messages say what changed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.gitignore: .env, __pycache__, .venv, node_modules, tfstate, tfvars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No keys or passwords in the repo</a:t>
            </a:r>
          </a:p>
        </p:txBody>
      </p:sp>
      <p:pic>
        <p:nvPicPr>
          <p:cNvPr id="8" name="Picture 7" descr="04-git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7132320" cy="401193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66344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Commit history on 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Docker and Compose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Backend: python:3.12-slim, runs as appuser (uid 10001)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Frontend: multi-stage, Node builds -&gt; nginx-unprivileged serves (uid 101)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No container runs as root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Compose: postgres + backend + frontend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Backend waits for healthy postgres and runs the migration</a:t>
            </a:r>
          </a:p>
        </p:txBody>
      </p:sp>
      <p:pic>
        <p:nvPicPr>
          <p:cNvPr id="8" name="Picture 7" descr="03-compose-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7132320" cy="401193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66344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docker compose up --build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CI/CD with GitHub Actions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Runs on every push to main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test -&gt; frontend -&gt; image -&gt; deploy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image job = matrix for backend and frontend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Pushed to GHCR, tag = commit SHA (never latest)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deploy job runs on a self-hosted runner on my laptop</a:t>
            </a:r>
          </a:p>
        </p:txBody>
      </p:sp>
      <p:pic>
        <p:nvPicPr>
          <p:cNvPr id="8" name="Picture 7" descr="05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7132320" cy="401193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66344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Run #3: all 5 jobs green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Images in GHCR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Both packages are public and every version is a commit SHA</a:t>
            </a:r>
          </a:p>
        </p:txBody>
      </p:sp>
      <p:pic>
        <p:nvPicPr>
          <p:cNvPr id="8" name="Picture 7" descr="06-ghcr-back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pic>
        <p:nvPicPr>
          <p:cNvPr id="9" name="Picture 8" descr="07-ghcr-front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6576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placetrack-backend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placetrack-frontend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Security scan with Trivy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Scans each image after build, before push. Fails on HIGH/CRITICAL that have a fix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Result: 0 vulnerabilities in Debian 13.7, all Python packages and Alpine 3.24.2</a:t>
            </a:r>
          </a:p>
        </p:txBody>
      </p:sp>
      <p:pic>
        <p:nvPicPr>
          <p:cNvPr id="8" name="Picture 7" descr="08-trivy-back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884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pic>
        <p:nvPicPr>
          <p:cNvPr id="9" name="Picture 8" descr="08b-trivy-front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6576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Backend image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Frontend image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Terraform on AWS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Region ap-south-1 (Mumbai)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VPC 10.0.0.0/16 with 2 public subnets in 2 AZs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EKS 1.35 + node group of 2 x t3.small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No NAT gateway (saves money)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EKS API open only to my IP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tfvars.example in repo, real tfvars ignored</a:t>
            </a:r>
          </a:p>
        </p:txBody>
      </p:sp>
      <p:pic>
        <p:nvPicPr>
          <p:cNvPr id="8" name="Picture 7" descr="09-tf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7132320" cy="401193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66344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terraform plan: 49 to add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AWS Console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Checked in the console after terraform apply</a:t>
            </a:r>
          </a:p>
        </p:txBody>
      </p:sp>
      <p:pic>
        <p:nvPicPr>
          <p:cNvPr id="8" name="Picture 7" descr="10-aws-v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pic>
        <p:nvPicPr>
          <p:cNvPr id="9" name="Picture 8" descr="11-aws-eks-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6576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VPC placetrack-vpc with 2 public subnets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EKS cluster placetrack - Active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Nodes and terraform destroy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EKS costs money per hour, so I destroyed everything right after the screenshots</a:t>
            </a:r>
          </a:p>
        </p:txBody>
      </p:sp>
      <p:pic>
        <p:nvPicPr>
          <p:cNvPr id="8" name="Picture 7" descr="11b-aws-eks-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3736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pic>
        <p:nvPicPr>
          <p:cNvPr id="9" name="Picture 8" descr="12-tf-destr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3736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6576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Node group with 2 t3.small nodes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terraform destroy: all resources removed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Kubernetes with Helm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Helm chart: backend + frontend (2 replicas each), Postgres StatefulSet, Secret, migrate Job, Ingress, HPA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Ingress: / -&gt; frontend, /api -&gt; backend.  Ran on minikube to save AWS cost</a:t>
            </a:r>
          </a:p>
        </p:txBody>
      </p:sp>
      <p:pic>
        <p:nvPicPr>
          <p:cNvPr id="8" name="Picture 7" descr="13-k8s-pods-svc-he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8840"/>
            <a:ext cx="5623560" cy="1827657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pic>
        <p:nvPicPr>
          <p:cNvPr id="9" name="Picture 8" descr="14-app-ing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6576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pods Running, ClusterIP services, helm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App at http://placetrack.local via Ingress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Autoscaling 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HPA on backend: 2 to 4 pods at 60% CPU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Ran load-test.sh a few times together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CPU went to 148%</a:t>
            </a:r>
          </a:p>
          <a:p>
            <a:pPr algn="l">
              <a:spcAft>
                <a:spcPts val="800"/>
              </a:spcAft>
              <a:defRPr sz="1800" b="0">
                <a:solidFill>
                  <a:srgbClr val="262626"/>
                </a:solidFill>
              </a:defRPr>
            </a:pPr>
            <a:r>
              <a:t>•  HPA scaled backend from 2 to 4 pods</a:t>
            </a:r>
          </a:p>
        </p:txBody>
      </p:sp>
      <p:pic>
        <p:nvPicPr>
          <p:cNvPr id="8" name="Picture 7" descr="13b-h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280160"/>
            <a:ext cx="7132320" cy="2206561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66344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HPA scaled up: New size: 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Monitoring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/metrics from FastAPI -&gt; ServiceMonitor -&gt; Prometheus -&gt; Grafana (kube-prometheus-stack)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Dashboard: requests/sec, p95 latency, error rate, backend pods up</a:t>
            </a:r>
          </a:p>
        </p:txBody>
      </p:sp>
      <p:pic>
        <p:nvPicPr>
          <p:cNvPr id="8" name="Picture 7" descr="16-prom-targ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884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pic>
        <p:nvPicPr>
          <p:cNvPr id="9" name="Picture 8" descr="17-graf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5623560" cy="3163252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6576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Prometheus targets: both backend pods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Grafana during load test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Troubleshooting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Wrong image tag -&gt; ImagePullBackOff -&gt; describe pod -&gt; set a real SHA tag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Wrong service selector -&gt; no endpoints -&gt; compare labels -&gt; patch selector</a:t>
            </a:r>
          </a:p>
        </p:txBody>
      </p:sp>
      <p:pic>
        <p:nvPicPr>
          <p:cNvPr id="8" name="Picture 7" descr="18-ts-image-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48840"/>
            <a:ext cx="5623560" cy="2436876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pic>
        <p:nvPicPr>
          <p:cNvPr id="9" name="Picture 8" descr="19-ts-selec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2148840"/>
            <a:ext cx="5623560" cy="1739788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36576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Bad image tag: found and fixed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5897880"/>
            <a:ext cx="5623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Selector mismatch: found and fixed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607040" y="228600"/>
            <a:ext cx="1188720" cy="45720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900" b="0">
                <a:solidFill>
                  <a:srgbClr val="262626"/>
                </a:solidFill>
              </a:defRPr>
            </a:pPr>
            <a:r>
              <a:t>1. Change text in frontend/src/App.jsx</a:t>
            </a:r>
          </a:p>
          <a:p>
            <a:pPr algn="l">
              <a:spcAft>
                <a:spcPts val="800"/>
              </a:spcAft>
              <a:defRPr sz="1900" b="0">
                <a:solidFill>
                  <a:srgbClr val="262626"/>
                </a:solidFill>
              </a:defRPr>
            </a:pPr>
            <a:r>
              <a:t>2. git commit and git push</a:t>
            </a:r>
          </a:p>
          <a:p>
            <a:pPr algn="l">
              <a:spcAft>
                <a:spcPts val="800"/>
              </a:spcAft>
              <a:defRPr sz="1900" b="0">
                <a:solidFill>
                  <a:srgbClr val="262626"/>
                </a:solidFill>
              </a:defRPr>
            </a:pPr>
            <a:r>
              <a:t>3. Watch Actions: test, build, Trivy, push</a:t>
            </a:r>
          </a:p>
          <a:p>
            <a:pPr algn="l">
              <a:spcAft>
                <a:spcPts val="800"/>
              </a:spcAft>
              <a:defRPr sz="1900" b="0">
                <a:solidFill>
                  <a:srgbClr val="262626"/>
                </a:solidFill>
              </a:defRPr>
            </a:pPr>
            <a:r>
              <a:t>4. deploy job runs helm upgrade with the new SHA</a:t>
            </a:r>
          </a:p>
          <a:p>
            <a:pPr algn="l">
              <a:spcAft>
                <a:spcPts val="800"/>
              </a:spcAft>
              <a:defRPr sz="1900" b="0">
                <a:solidFill>
                  <a:srgbClr val="262626"/>
                </a:solidFill>
              </a:defRPr>
            </a:pPr>
            <a:r>
              <a:t>5. kubectl get pods -w shows new pods</a:t>
            </a:r>
          </a:p>
          <a:p>
            <a:pPr algn="l">
              <a:spcAft>
                <a:spcPts val="800"/>
              </a:spcAft>
              <a:defRPr sz="1900" b="0">
                <a:solidFill>
                  <a:srgbClr val="262626"/>
                </a:solidFill>
              </a:defRPr>
            </a:pPr>
            <a:r>
              <a:t>6. Refresh browser, change is live</a:t>
            </a:r>
          </a:p>
        </p:txBody>
      </p:sp>
      <p:pic>
        <p:nvPicPr>
          <p:cNvPr id="8" name="Picture 7" descr="20-deploy-roll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280160"/>
            <a:ext cx="6949440" cy="3909060"/>
          </a:xfrm>
          <a:prstGeom prst="rect">
            <a:avLst/>
          </a:prstGeom>
          <a:ln w="12700">
            <a:solidFill>
              <a:srgbClr val="BFBFBF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846320" y="594360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 b="0">
                <a:solidFill>
                  <a:srgbClr val="595959"/>
                </a:solidFill>
              </a:defRPr>
            </a:pPr>
            <a:r>
              <a:t>Test run before the demo: old pods terminating, new pods running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3000" b="1">
                <a:solidFill>
                  <a:srgbClr val="FFFFFF"/>
                </a:solidFill>
              </a:defRPr>
            </a:pPr>
            <a:r>
              <a:t>Problems I faced and what I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200" b="0">
                <a:solidFill>
                  <a:srgbClr val="595959"/>
                </a:solidFill>
              </a:defRPr>
            </a:pPr>
            <a:r>
              <a:t>PlaceTrack | Shreyash Kawde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ED7D31"/>
                </a:solidFill>
              </a:defRPr>
            </a:pPr>
            <a:r>
              <a:t>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nginx gave 502 in k8s until I used the full service DNS name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Backend pods Running but not Ready until Postgres was up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DB password Secret must survive helm uninstall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Node 20 deprecation warning in Actions, fixed by updating actions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One load test was not enough for the HPA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1887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200" b="1">
                <a:solidFill>
                  <a:srgbClr val="ED7D31"/>
                </a:solidFill>
              </a:defRPr>
            </a:pPr>
            <a:r>
              <a:t>Learnings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3736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Working build != secure build, scan every image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SHA tags make it clear what is deployed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Readiness and liveness are not the same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Helm makes redeploying one command</a:t>
            </a:r>
          </a:p>
          <a:p>
            <a:pPr algn="l">
              <a:spcAft>
                <a:spcPts val="800"/>
              </a:spcAft>
              <a:defRPr sz="1700" b="0">
                <a:solidFill>
                  <a:srgbClr val="262626"/>
                </a:solidFill>
              </a:defRPr>
            </a:pPr>
            <a:r>
              <a:t>•  Always terraform destroy, cloud costs per hour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6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474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2800" b="0">
                <a:solidFill>
                  <a:srgbClr val="DEEAF6"/>
                </a:solidFill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 b="0">
                <a:solidFill>
                  <a:srgbClr val="DEEAF6"/>
                </a:solidFill>
              </a:defRPr>
            </a:pPr>
            <a:r>
              <a:t>Shreyash Kawde  |  github.com/Shreyash-Beyond-Journeys-End/Devops_Final_Project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