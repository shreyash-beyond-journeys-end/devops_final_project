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E6F4F1"/>
                </a:solidFill>
                <a:latin typeface="Arial"/>
              </a:defRPr>
            </a:pPr>
            <a:r>
              <a:t>DEVOPS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5400" b="1">
                <a:solidFill>
                  <a:srgbClr val="FFFFFF"/>
                </a:solidFill>
                <a:latin typeface="Georgia"/>
              </a:defRPr>
            </a:pPr>
            <a:r>
              <a:t>ApplyLog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063240"/>
            <a:ext cx="128016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E6F4F1"/>
                </a:solidFill>
                <a:latin typeface="Arial"/>
              </a:defRPr>
            </a:pPr>
            <a:r>
              <a:t>Job application tracker, built, shipped and monitored with DevOps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Shreyash Kawde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24BCS10253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0096" y="1316736"/>
            <a:ext cx="651052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app-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40080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github.com/Shreyash-Beyond-Journeys-End/Devops_Final_Project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What I will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777240" cy="7772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447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Build and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App, pytest, Git, Docker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06040"/>
            <a:ext cx="777240" cy="7772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877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CI/CD and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GitHub Actions, GHCR, Trivy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9040"/>
            <a:ext cx="777240" cy="7772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307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Cloud and 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Terraform on AWS, Helm, HPA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92040"/>
            <a:ext cx="777240" cy="7772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737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Run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Monitoring, troubleshooting, live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1012" y="1225296"/>
            <a:ext cx="2291896" cy="495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b-app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876" y="1280160"/>
            <a:ext cx="218216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The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900" b="0">
                <a:solidFill>
                  <a:srgbClr val="1E293B"/>
                </a:solidFill>
                <a:latin typeface="Arial"/>
              </a:defRPr>
            </a:pPr>
            <a:r>
              <a:t>In placement season I was applying everywhere and my Excel sheet became a mess. So I made a small app where every application has a status and I can see everything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1463040" cy="5486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applied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246120"/>
            <a:ext cx="146304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246120"/>
            <a:ext cx="1463040" cy="54864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3246120"/>
            <a:ext cx="1463040" cy="54864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- The app is small on purpose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- Most of the work is around it: tests, containers, pipeline, security scan, cloud, Kubernetes and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388620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Tools I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574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React + nginx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FastAPI + PostgreSQL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pytest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Docker, Compose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GitHub Actions, GHCR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Trivy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Terraform, AWS EKS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minikube, Helm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Prometheus, Grafana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How it all connects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457200" cy="5303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I push code to 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02536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02536"/>
            <a:ext cx="457200" cy="5303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939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Tests and frontend build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79192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79192"/>
            <a:ext cx="457200" cy="5303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523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7706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Docker images are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55848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355848"/>
            <a:ext cx="457200" cy="5303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472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Trivy scans the images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32504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032504"/>
            <a:ext cx="457200" cy="5303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1239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Images go to GHCR (tag = commit SHA)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709160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709160"/>
            <a:ext cx="457200" cy="5303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00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Self-hosted runner does helm upgrade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85816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385816"/>
            <a:ext cx="457200" cy="5303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58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47725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Prometheus + Grafana watch the 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1325880"/>
            <a:ext cx="5074920" cy="219456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1325880"/>
            <a:ext cx="64008" cy="2194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Safety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011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A failing test stops everything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A fixable HIGH / CRITICAL CVE stops the push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749039"/>
            <a:ext cx="5074920" cy="219456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3749039"/>
            <a:ext cx="64008" cy="2194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393191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Separate from the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43483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Terraform makes the VPC + EKS on AWS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I ran it once and destroyed it to save money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E6F4F1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Build and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79476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E6F4F1"/>
                </a:solidFill>
                <a:latin typeface="Arial"/>
              </a:defRPr>
            </a:pPr>
            <a:r>
              <a:t>The app, the tests, Git and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1 | 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316736"/>
            <a:ext cx="7516368" cy="4275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app-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41662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Running at localhost:3000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2044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What it 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FastAPI with GET, POST, PUT, DELETE on /api/jobs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Extra: /stats, /health, /ready, /metrics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Postgres table from an Alembic migration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Wrong input gives 422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React page uses fetch to call the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1 | M2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316736"/>
            <a:ext cx="7516368" cy="33115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32018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pytest -v  -&gt;  16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2044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How I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- 16 tests in test_api.py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All endpoints + 404 and 422 cases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In-memory SQLite, never the real DB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conftest.py overrides get_db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Pipeline runs these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Git and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1 | 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316736"/>
            <a:ext cx="7516368" cy="4275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gi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41662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Commit history on 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2044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How I used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Public repo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Small commits, clear messages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.gitignore covers .env, .venv, __pycache__, node_modules, tfstate, tfvars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No passwords or AWS keys committed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1 | M4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316736"/>
            <a:ext cx="7516368" cy="4275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41662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docker compose up --build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2044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Backend: python:3.12-slim, runs as appuser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Frontend: 2 stages, node builds, nginx-unprivileged serves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Nothing runs as root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Compose: postgres, backend, frontend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Backend waits for postgres, then migrates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E6F4F1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CI/CD and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79476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E6F4F1"/>
                </a:solidFill>
                <a:latin typeface="Arial"/>
              </a:defRPr>
            </a:pPr>
            <a:r>
              <a:t>GitHub Actions, GHCR and Trivy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2 | 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7216" y="1271016"/>
            <a:ext cx="7018528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actions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80" y="1325880"/>
            <a:ext cx="6908800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Run #3: test, frontend, image x2 and deploy all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runs on every push to main   |   pytest gate   |   frontend build   |   images tagged with commit SHA   |   deploy on my laptop runner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Images in GHCR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2 | 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Both packages are public. Every version is named by its commit SHA, never latest.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ghcr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-ghcr-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086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backend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frontend package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Trivy scan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2 | M6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Runs after build, before push. HIGH/CRITICAL with a fix = pipeline fails. My result: 0 in both images.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-trivy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b-trivy-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086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backend: Debian 13.7 + Python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frontend: Alpine 3.24.2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E6F4F1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Cloud and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79476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E6F4F1"/>
                </a:solidFill>
                <a:latin typeface="Arial"/>
              </a:defRPr>
            </a:pPr>
            <a:r>
              <a:t>Terraform on AWS, then Helm on minikube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Terraform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3 | M7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316736"/>
            <a:ext cx="7516368" cy="427596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tf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41662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terraform plan: 49 to add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2044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What it creates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ap-south-1 (Mumbai)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VPC with 2 public subnets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EKS 1.35, 2 x t3.small nodes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No NAT gateway, cheaper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API only open to my IP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Only tfvars.example is in git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Checked in the AWS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3 | M7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After terraform apply: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aws-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aws-eks-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086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VPC with its 2 public subnets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EKS cluster Active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Nodes, then destroy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3 | M7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EKS is paid per hour, so I destroyed it right after checking.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b-aws-eks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-tf-destr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086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2 nodes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Destroy complete: 49 destroyed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Helm on minikube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3 | M8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Chart: backend + frontend (2 replicas), Postgres, secret, migrate job, ingress (/ and /api), HPA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k8s-pods-svc-he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1783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4-app-in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086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pods, services, helm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app at placetrack.local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Autoscaling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3 | M8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316736"/>
            <a:ext cx="75163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b-h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2221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HPA event: New size: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20440" cy="484632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64008" cy="4846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Load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HPA: 2 to 4 pods at 60% CPU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Ran load-test.sh a few times together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CPU went to 148%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- Backend went from 2 to 4 pods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E6F4F1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Run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79476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E6F4F1"/>
                </a:solidFill>
                <a:latin typeface="Arial"/>
              </a:defRPr>
            </a:pPr>
            <a:r>
              <a:t>Monitoring, fixing problems and the 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4 | M9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FastAPI /metrics -&gt; ServiceMonitor -&gt; Prometheus -&gt; Grafana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6-prom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3195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7-graf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086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Prometheus: both backend pods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Grafana during the load test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Broke 2 things on purpose and fixed them with kubectl get / describe / set image / 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865376"/>
            <a:ext cx="559612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8-ts-image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54496" y="1865376"/>
            <a:ext cx="5596128" cy="169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9-ts-sel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15887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Wrong image tag -&gt; ImagePullBackOff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Wrong selector -&gt; no endpoints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411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Part 4 | M10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356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Change text in App.jsx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21408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854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git commit + git push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871216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352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Actions: test, build, Trivy, push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21024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850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Deploy job: helm upgrade with new SHA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7083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34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kubectl get pods -w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1846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1E293B"/>
                </a:solidFill>
                <a:latin typeface="Arial"/>
              </a:defRPr>
            </a:pPr>
            <a:r>
              <a:t>Refresh browser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0096" y="1316736"/>
            <a:ext cx="6419088" cy="365874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0-deploy-roll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309360" cy="35490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94960" y="58978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Practice run: new pods start, old pods stop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4008" cy="4754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Problems I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nginx 502 until I used the full service DNS name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Pods Running but not Ready until Postgres was up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DB password secret has to survive helm uninstall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Old GitHub actions gave a Node 20 warning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One load test was not enough for the HPA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64008" cy="4754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5448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0F766E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Working build is not the same as secure build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SHA tags tell me exactly what is running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Readiness and liveness are different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Helm makes redeploy one command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E293B"/>
                </a:solidFill>
                <a:latin typeface="Arial"/>
              </a:defRPr>
            </a:pPr>
            <a:r>
              <a:t>- Always destroy cloud resources after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5800" b="1">
                <a:solidFill>
                  <a:srgbClr val="1E293B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42900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0">
                <a:solidFill>
                  <a:srgbClr val="64748B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Shreyash Kawde  |  github.com/Shreyash-Beyond-Journeys-End/Devops_Final_Project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